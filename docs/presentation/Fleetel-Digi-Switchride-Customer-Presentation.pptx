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7C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FLEETEL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Digi-Switchride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vehicle rental operations for web and mobile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presentation  ·  Live product walkthrough with screenshots from the operations portal and rider 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 — one product for operators and riders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operations portal — dashboard, fleet, riders, KYC, finance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tracking and IoT — GPS, Track360, active rides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desk — bookings, breakdowns, service, support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Multi-company control — organisations, hubs, branding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mobile app — book, pay, vehicle, KYC, support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 and next steps with Fleetel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Digi-Switchride at a glance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5577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operations portal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centre for SuperAdmin and company staff: riders, vehicles, hubs, charging, KYC, bookings, rides, IoT, finance, branding.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577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mobile app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for login by organisation, wallet, rentals, nearby hubs, UPI/wallet payments, KYC, breakdowns and support.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703320"/>
            <a:ext cx="5577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31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Telematics &amp; IoT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43891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Track360 pull plus HTTP/TCP/MQTT ingest. Vehicles refresh on the map every 10 seconds. 2/3/4-wheeler icons. Road-aligned live tracking.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3703320"/>
            <a:ext cx="557784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931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by design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43891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customer (company) sees only their hubs, vehicles, riders and devices. SuperAdmin assigns records and company logos.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operations login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leaves Organisation empty. Company users pick their company so they never mix fleet data.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sign-in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picker for operators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is not branded with a customer logo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 into the operations desk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 plus every GPS-located vehicle on one map. Locations refresh without resetting zoom.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Riders, fleet, KYC, payments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In-ride / reserved at a glance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of all located vehicles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through to Active Rides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10-second location refresh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management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search and maintain rider accounts with KYC and wallet status.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rid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phone, company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status filters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Active / Suspended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balance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riders to a company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fleet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class, hub, status, battery and assigned rider.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vehic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 / 4 wheeler classes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E-scooter, e-bike, e-rickshaw, e-car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registration numbers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and assignment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IoT device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hubs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are the operating locations. Staff can be limited to assigned hubs.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hub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locate hubs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Hub-scoped operators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sit at a hub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stations attach to hubs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of charging points linked to rental hubs.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statio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inventory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hours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assignment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to riders nearby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review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rider documents before they ride.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ky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queue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 / approved / rejected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workflow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plans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books for daily, weekly and monthly EV rentals.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pla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catalogue per company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in the rider app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bookings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vehicle at a hub against a plan.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bookin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track bookings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and vehicle assignment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Active Rides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rides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main map. Vehicle parameters instead of many small maps.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rid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ride list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Road-aligned tracking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Battery, speed, status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trail for demos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devices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Track360 devices listed and linked as vehicles automatically.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i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inventory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API sync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name as vehicle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Telematics every 10 seconds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Breakdowns &amp; command centre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report issues from the app; operators action them here.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breakdown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tickets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and rider context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scoped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jobs from riders or staff.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serv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in progress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history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dues, collections and 30-day revenue.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fin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and wallets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/ wallet / cards (provisioned)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(multi-company)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SuperAdmin creates customer companies and assigns data.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tena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product, many customers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riders, fleet, IoT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Company-wise logo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branding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company uploads its own logo. Product mark stays Digi-Switchride.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bra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picks company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on company login and header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shown on SuperAdmin login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 ·  DIGI-SWITCHRIDE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users &amp; hub access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operators, set role, company and hubs they may see.</a:t>
            </a:r>
            <a:endParaRPr lang="en-US" sz="1300" dirty="0"/>
          </a:p>
        </p:txBody>
      </p:sp>
      <p:pic>
        <p:nvPicPr>
          <p:cNvPr id="7" name="Image 0" descr="C:\Users\Megala\Projects\Digi-Switchride\docs\presentation\screenshots\web-us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417320"/>
            <a:ext cx="7863840" cy="4892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0" y="1417320"/>
            <a:ext cx="33832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/ Administrator / staff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Hub-restricted lists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login shows company name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MOBILE APPLICATION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Book, pay, ride and get help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app aligned to the same companies, hubs, vehicles and payments as the web portal.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APP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and home</a:t>
            </a:r>
            <a:endParaRPr lang="en-US" sz="2200" dirty="0"/>
          </a:p>
        </p:txBody>
      </p:sp>
      <p:pic>
        <p:nvPicPr>
          <p:cNvPr id="6" name="Image 0" descr="C:\Users\Megala\Projects\Digi-Switchride\docs\presentation\screenshots\mobile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3017520" cy="5029200"/>
          </a:xfrm>
          <a:prstGeom prst="rect">
            <a:avLst/>
          </a:prstGeom>
        </p:spPr>
      </p:pic>
      <p:pic>
        <p:nvPicPr>
          <p:cNvPr id="7" name="Image 1" descr="C:\Users\Megala\Projects\Digi-Switchride\docs\presentation\screenshots\mobile-h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0" y="1280160"/>
            <a:ext cx="3017520" cy="5029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30936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login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0" y="630936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— wallet, plan, vehicle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949440" y="1371600"/>
            <a:ext cx="47548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enter their company slug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shows wallet, dues, plan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vehicle and battery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status on the first screen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APP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Vehicle, service and payments</a:t>
            </a:r>
            <a:endParaRPr lang="en-US" sz="2200" dirty="0"/>
          </a:p>
        </p:txBody>
      </p:sp>
      <p:pic>
        <p:nvPicPr>
          <p:cNvPr id="6" name="Image 0" descr="C:\Users\Megala\Projects\Digi-Switchride\docs\presentation\screenshots\mobile-vehic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3017520" cy="5029200"/>
          </a:xfrm>
          <a:prstGeom prst="rect">
            <a:avLst/>
          </a:prstGeom>
        </p:spPr>
      </p:pic>
      <p:pic>
        <p:nvPicPr>
          <p:cNvPr id="7" name="Image 1" descr="C:\Users\Megala\Projects\Digi-Switchride\docs\presentation\screenshots\mobile-pa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0" y="1280160"/>
            <a:ext cx="3017520" cy="5029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30936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&amp; breakdown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0" y="630936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now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949440" y="1371600"/>
            <a:ext cx="47548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breakdown to Command Centre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service request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Wallet, UPI, QR, net banking, cards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history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645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APP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ride and more</a:t>
            </a:r>
            <a:endParaRPr lang="en-US" sz="2200" dirty="0"/>
          </a:p>
        </p:txBody>
      </p:sp>
      <p:pic>
        <p:nvPicPr>
          <p:cNvPr id="6" name="Image 0" descr="C:\Users\Megala\Projects\Digi-Switchride\docs\presentation\screenshots\mobile-boo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3017520" cy="5029200"/>
          </a:xfrm>
          <a:prstGeom prst="rect">
            <a:avLst/>
          </a:prstGeom>
        </p:spPr>
      </p:pic>
      <p:pic>
        <p:nvPicPr>
          <p:cNvPr id="7" name="Image 1" descr="C:\Users\Megala\Projects\Digi-Switchride\docs\presentation\screenshots\mobile-mo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0" y="1280160"/>
            <a:ext cx="3017520" cy="5029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30936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hubs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657600" y="630936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menu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949440" y="1371600"/>
            <a:ext cx="475488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hubs with free vehicles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&amp; Ride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agreements &amp; KYC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stations, help, refer &amp; earn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mobile, one operational spine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&amp; KYC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14630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Onboard, approve documents, wallets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0312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Vehicles, hubs, charging, 2/3/4-wheeler icons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4320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274320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bookings, active rides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8328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338328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vehicles on one map, 10s refresh, IoT / Track360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2336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57600" y="402336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Breakdowns, workshop jobs, support tickets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66344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6344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657600" y="466344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Dues, UPI/wallet, promotions, reports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5303520"/>
            <a:ext cx="112471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5303520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657600" y="5303520"/>
            <a:ext cx="7772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Companies, hub-scoped users, audit, branding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Presented by Fleetel  ·  Digi-Switchride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Fleetel can stand up your company on Digi-Switchride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organisation and upload your logo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hubs, vehicles and IoT devices (including Track360)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operators with hub-level access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riders on Android with your company slug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with bookings, tracking, KYC and collections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9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B7C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945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Digi-Switchride  ·  Electric fleet rental, built for Indian operators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Fleetel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Fleetel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Digi-Switchride — Customer Presentation</dc:title>
  <dc:subject>EV rental operations platform — web operations portal and rider mobile app</dc:subject>
  <dc:creator>Fleetel</dc:creator>
  <cp:lastModifiedBy>Fleetel</cp:lastModifiedBy>
  <cp:revision>1</cp:revision>
  <dcterms:created xsi:type="dcterms:W3CDTF">2026-10-12T17:32:56Z</dcterms:created>
  <dcterms:modified xsi:type="dcterms:W3CDTF">2026-10-12T17:32:56Z</dcterms:modified>
</cp:coreProperties>
</file>